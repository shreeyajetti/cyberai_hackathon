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p3UEDifjsjxNIaJnsBL1Bz8vi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2B9882-6660-486C-9397-FC278D5751BE}">
  <a:tblStyle styleId="{032B9882-6660-486C-9397-FC278D5751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92E7440-6865-424C-AC0A-1A65F648D05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7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1" i="0" sz="8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22959" y="992498"/>
            <a:ext cx="7543801" cy="4876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i="0" sz="8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1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4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4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5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5"/>
          <p:cNvSpPr/>
          <p:nvPr>
            <p:ph idx="2" type="pic"/>
          </p:nvPr>
        </p:nvSpPr>
        <p:spPr>
          <a:xfrm>
            <a:off x="12" y="0"/>
            <a:ext cx="9143989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idx="1" type="body"/>
          </p:nvPr>
        </p:nvSpPr>
        <p:spPr>
          <a:xfrm rot="5400000">
            <a:off x="2156561" y="-341104"/>
            <a:ext cx="4876596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7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7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822959" y="992498"/>
            <a:ext cx="7543801" cy="4876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6"/>
          <p:cNvCxnSpPr/>
          <p:nvPr/>
        </p:nvCxnSpPr>
        <p:spPr>
          <a:xfrm>
            <a:off x="0" y="905933"/>
            <a:ext cx="9144001" cy="2757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6"/>
          <p:cNvSpPr/>
          <p:nvPr/>
        </p:nvSpPr>
        <p:spPr>
          <a:xfrm>
            <a:off x="1" y="0"/>
            <a:ext cx="9144000" cy="896471"/>
          </a:xfrm>
          <a:prstGeom prst="rect">
            <a:avLst/>
          </a:prstGeom>
          <a:solidFill>
            <a:srgbClr val="C00000"/>
          </a:solidFill>
          <a:ln cap="flat" cmpd="sng" w="15875">
            <a:solidFill>
              <a:srgbClr val="6037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idx="1" type="subTitle"/>
          </p:nvPr>
        </p:nvSpPr>
        <p:spPr>
          <a:xfrm>
            <a:off x="825038" y="171450"/>
            <a:ext cx="7880812" cy="604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18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3200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this slide after reading the instructions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use AI for slide generation.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 the title-slide accordingly.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 the remaining slides as per your project/idea.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any theme for as per your choice, but keep the background light color and text dark.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add / update / delete slides accordingly.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minimum text and relevant figure/picture.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references for any stats / study.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“&lt;&lt;“ or “&gt;&gt;” after entering the values.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the Slide with “Team Num” + “Team Name”.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Example: </a:t>
            </a:r>
            <a:r>
              <a:rPr b="1" lang="en-US" sz="2200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T-32 - WildCoders</a:t>
            </a:r>
            <a:endParaRPr b="1" sz="2200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977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22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977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22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ctrTitle"/>
          </p:nvPr>
        </p:nvSpPr>
        <p:spPr>
          <a:xfrm>
            <a:off x="972450" y="111150"/>
            <a:ext cx="71991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Hackathon Name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Organized by ………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0" y="1005840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6" name="Google Shape;106;p2"/>
          <p:cNvGraphicFramePr/>
          <p:nvPr/>
        </p:nvGraphicFramePr>
        <p:xfrm>
          <a:off x="306191" y="2354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{032B9882-6660-486C-9397-FC278D5751BE}</a:tableStyleId>
              </a:tblPr>
              <a:tblGrid>
                <a:gridCol w="1730425"/>
                <a:gridCol w="278950"/>
                <a:gridCol w="6527575"/>
              </a:tblGrid>
              <a:tr h="4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 Num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T-&lt;&lt;Enter any four-digit number&gt;&gt;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47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 Name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&lt;&lt;Team Name&gt;&gt;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Theme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 Theme of the Problem 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54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 Name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 Institute / University Name 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46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 All the team members separated with comma 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45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Contact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 Email id and contact number of the team leader &gt;&gt;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7" name="Google Shape;107;p2"/>
          <p:cNvSpPr txBox="1"/>
          <p:nvPr/>
        </p:nvSpPr>
        <p:spPr>
          <a:xfrm>
            <a:off x="3339733" y="5703770"/>
            <a:ext cx="24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&lt;&lt;Event Date&gt;&gt;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506200" y="1239900"/>
            <a:ext cx="413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 Title of the Project / Idea &gt;&gt;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76250" y="992498"/>
            <a:ext cx="8239125" cy="5294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context and background of the problem being solved.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mention your end user.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476251" y="992498"/>
            <a:ext cx="8220074" cy="5294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define the problem you are addressing.</a:t>
            </a:r>
            <a:endParaRPr/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466725" y="992497"/>
            <a:ext cx="8220075" cy="5284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3-4 objectives of your proposed solution and expected outcome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- 1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- 2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- 3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57201" y="992498"/>
            <a:ext cx="8258174" cy="5255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Describe your proposed solution and what makes it unique.</a:t>
            </a:r>
            <a:endParaRPr/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Proposed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457201" y="992498"/>
            <a:ext cx="8258174" cy="5255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Describe your proposed solution and what makes it unique.</a:t>
            </a:r>
            <a:endParaRPr/>
          </a:p>
        </p:txBody>
      </p:sp>
      <p:sp>
        <p:nvSpPr>
          <p:cNvPr id="147" name="Google Shape;147;p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Novelty and Show Stopper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466725" y="992498"/>
            <a:ext cx="8220075" cy="5274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your approach Methodology used. Use figure, graph, flowchart.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447675" y="992497"/>
            <a:ext cx="4124325" cy="528447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used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Tech Stack used and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4819650" y="992497"/>
            <a:ext cx="3962401" cy="528447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idx="1" type="body"/>
          </p:nvPr>
        </p:nvSpPr>
        <p:spPr>
          <a:xfrm>
            <a:off x="447675" y="992497"/>
            <a:ext cx="8267700" cy="530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Explain your deliverable (end product). It can be Website, mobile App, WebApp, API,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Deliverable / Expected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11"/>
          <p:cNvGraphicFramePr/>
          <p:nvPr/>
        </p:nvGraphicFramePr>
        <p:xfrm>
          <a:off x="338511" y="1411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{092E7440-6865-424C-AC0A-1A65F648D056}</a:tableStyleId>
              </a:tblPr>
              <a:tblGrid>
                <a:gridCol w="1345150"/>
                <a:gridCol w="1345150"/>
                <a:gridCol w="1345150"/>
                <a:gridCol w="1345150"/>
                <a:gridCol w="1345150"/>
                <a:gridCol w="1345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 →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Team ↓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Role-2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Role-3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Role-4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Role-5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Member-1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✔</a:t>
                      </a:r>
                      <a:endParaRPr sz="2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Member-2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Member-3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Member-4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Member-5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✔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Team 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2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Screenshot of the outcome-1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485775" y="992498"/>
            <a:ext cx="8220075" cy="5313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each team member's role and responsibilities.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Screenshot of the outcome-2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485775" y="992498"/>
            <a:ext cx="8220075" cy="5313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each team member's role and responsibilities.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80010" y="116910"/>
            <a:ext cx="9063990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485775" y="992498"/>
            <a:ext cx="8220075" cy="5313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5-6 relevant references. It can be report, research paper, blog, website, etc.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800099" y="2392673"/>
            <a:ext cx="7543801" cy="702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317183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b="1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